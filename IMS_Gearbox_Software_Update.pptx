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un The Goat" userId="8c683c1a61e42f53" providerId="LiveId" clId="{F6A0AF72-6DF5-4FFE-A342-AB245585FE59}"/>
    <pc:docChg chg="undo custSel modSld">
      <pc:chgData name="Varun The Goat" userId="8c683c1a61e42f53" providerId="LiveId" clId="{F6A0AF72-6DF5-4FFE-A342-AB245585FE59}" dt="2026-04-06T07:41:44.787" v="145" actId="1035"/>
      <pc:docMkLst>
        <pc:docMk/>
      </pc:docMkLst>
      <pc:sldChg chg="modSp mod">
        <pc:chgData name="Varun The Goat" userId="8c683c1a61e42f53" providerId="LiveId" clId="{F6A0AF72-6DF5-4FFE-A342-AB245585FE59}" dt="2026-04-06T07:41:44.787" v="145" actId="1035"/>
        <pc:sldMkLst>
          <pc:docMk/>
          <pc:sldMk cId="0" sldId="258"/>
        </pc:sldMkLst>
        <pc:spChg chg="mod">
          <ac:chgData name="Varun The Goat" userId="8c683c1a61e42f53" providerId="LiveId" clId="{F6A0AF72-6DF5-4FFE-A342-AB245585FE59}" dt="2026-04-06T07:41:19.771" v="139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Varun The Goat" userId="8c683c1a61e42f53" providerId="LiveId" clId="{F6A0AF72-6DF5-4FFE-A342-AB245585FE59}" dt="2026-04-06T07:41:44.787" v="145" actId="1035"/>
          <ac:spMkLst>
            <pc:docMk/>
            <pc:sldMk cId="0" sldId="258"/>
            <ac:spMk id="21" creationId="{00000000-0000-0000-0000-000000000000}"/>
          </ac:spMkLst>
        </pc:spChg>
        <pc:spChg chg="mod">
          <ac:chgData name="Varun The Goat" userId="8c683c1a61e42f53" providerId="LiveId" clId="{F6A0AF72-6DF5-4FFE-A342-AB245585FE59}" dt="2026-04-06T07:41:44.787" v="145" actId="1035"/>
          <ac:spMkLst>
            <pc:docMk/>
            <pc:sldMk cId="0" sldId="258"/>
            <ac:spMk id="22" creationId="{00000000-0000-0000-0000-000000000000}"/>
          </ac:spMkLst>
        </pc:spChg>
        <pc:spChg chg="mod">
          <ac:chgData name="Varun The Goat" userId="8c683c1a61e42f53" providerId="LiveId" clId="{F6A0AF72-6DF5-4FFE-A342-AB245585FE59}" dt="2026-04-06T07:41:44.787" v="145" actId="1035"/>
          <ac:spMkLst>
            <pc:docMk/>
            <pc:sldMk cId="0" sldId="258"/>
            <ac:spMk id="23" creationId="{00000000-0000-0000-0000-000000000000}"/>
          </ac:spMkLst>
        </pc:spChg>
        <pc:spChg chg="mod">
          <ac:chgData name="Varun The Goat" userId="8c683c1a61e42f53" providerId="LiveId" clId="{F6A0AF72-6DF5-4FFE-A342-AB245585FE59}" dt="2026-04-06T07:41:44.787" v="145" actId="1035"/>
          <ac:spMkLst>
            <pc:docMk/>
            <pc:sldMk cId="0" sldId="258"/>
            <ac:spMk id="24" creationId="{00000000-0000-0000-0000-000000000000}"/>
          </ac:spMkLst>
        </pc:spChg>
      </pc:sldChg>
      <pc:sldChg chg="modSp mod">
        <pc:chgData name="Varun The Goat" userId="8c683c1a61e42f53" providerId="LiveId" clId="{F6A0AF72-6DF5-4FFE-A342-AB245585FE59}" dt="2026-04-06T07:40:41.562" v="45" actId="1036"/>
        <pc:sldMkLst>
          <pc:docMk/>
          <pc:sldMk cId="0" sldId="260"/>
        </pc:sldMkLst>
        <pc:spChg chg="mod">
          <ac:chgData name="Varun The Goat" userId="8c683c1a61e42f53" providerId="LiveId" clId="{F6A0AF72-6DF5-4FFE-A342-AB245585FE59}" dt="2026-04-06T07:40:41.562" v="45" actId="1036"/>
          <ac:spMkLst>
            <pc:docMk/>
            <pc:sldMk cId="0" sldId="260"/>
            <ac:spMk id="30" creationId="{00000000-0000-0000-0000-000000000000}"/>
          </ac:spMkLst>
        </pc:spChg>
        <pc:spChg chg="mod">
          <ac:chgData name="Varun The Goat" userId="8c683c1a61e42f53" providerId="LiveId" clId="{F6A0AF72-6DF5-4FFE-A342-AB245585FE59}" dt="2026-04-06T07:40:41.562" v="45" actId="1036"/>
          <ac:spMkLst>
            <pc:docMk/>
            <pc:sldMk cId="0" sldId="260"/>
            <ac:spMk id="31" creationId="{00000000-0000-0000-0000-000000000000}"/>
          </ac:spMkLst>
        </pc:spChg>
        <pc:spChg chg="mod">
          <ac:chgData name="Varun The Goat" userId="8c683c1a61e42f53" providerId="LiveId" clId="{F6A0AF72-6DF5-4FFE-A342-AB245585FE59}" dt="2026-04-06T07:40:41.562" v="45" actId="1036"/>
          <ac:spMkLst>
            <pc:docMk/>
            <pc:sldMk cId="0" sldId="260"/>
            <ac:spMk id="33" creationId="{00000000-0000-0000-0000-000000000000}"/>
          </ac:spMkLst>
        </pc:spChg>
        <pc:spChg chg="mod">
          <ac:chgData name="Varun The Goat" userId="8c683c1a61e42f53" providerId="LiveId" clId="{F6A0AF72-6DF5-4FFE-A342-AB245585FE59}" dt="2026-04-06T07:40:41.562" v="45" actId="1036"/>
          <ac:spMkLst>
            <pc:docMk/>
            <pc:sldMk cId="0" sldId="260"/>
            <ac:spMk id="34" creationId="{00000000-0000-0000-0000-000000000000}"/>
          </ac:spMkLst>
        </pc:spChg>
        <pc:picChg chg="mod">
          <ac:chgData name="Varun The Goat" userId="8c683c1a61e42f53" providerId="LiveId" clId="{F6A0AF72-6DF5-4FFE-A342-AB245585FE59}" dt="2026-04-06T07:40:41.562" v="45" actId="1036"/>
          <ac:picMkLst>
            <pc:docMk/>
            <pc:sldMk cId="0" sldId="260"/>
            <ac:picMk id="3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3226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IMS Gearbox Dash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Software Build — Status Update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3200400"/>
            <a:ext cx="6400800" cy="109728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E3A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645920" y="329184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FA3"/>
                </a:solidFill>
              </a:rPr>
              <a:t>Target: </a:t>
            </a:r>
            <a:r>
              <a:rPr lang="en-US" sz="1400" b="1" dirty="0">
                <a:solidFill>
                  <a:srgbClr val="F0F0F0"/>
                </a:solidFill>
              </a:rPr>
              <a:t>Raspberry Pi 5 + ILI9341 SPI LCD + GPIO Buttons + Actuators</a:t>
            </a: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A8FA3"/>
                </a:solidFill>
              </a:rPr>
              <a:t>Status: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</a:rPr>
              <a:t>Software complete &amp; tested in mock mode — awaiting physical hardware test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 Gearbox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Built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Raspberry Pi-targeted codebase that runs in mock mode on any PC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475488"/>
          </a:xfrm>
          <a:prstGeom prst="rect">
            <a:avLst/>
          </a:prstGeom>
          <a:solidFill>
            <a:srgbClr val="1A1D27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5720" cy="475488"/>
          </a:xfrm>
          <a:prstGeom prst="rect">
            <a:avLst/>
          </a:prstGeom>
          <a:solidFill>
            <a:srgbClr val="2DCE8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2646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3441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154533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— boot state machine, event loop, coordinates everything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54880" y="1325880"/>
            <a:ext cx="3931920" cy="475488"/>
          </a:xfrm>
          <a:prstGeom prst="rect">
            <a:avLst/>
          </a:prstGeom>
          <a:solidFill>
            <a:srgbClr val="1A1D27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1325880"/>
            <a:ext cx="45720" cy="475488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42646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13441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config.py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257800" y="154533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GPIO pins, timings, constants, MOCK_HARDWARE flag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57200" y="1911096"/>
            <a:ext cx="3931920" cy="475488"/>
          </a:xfrm>
          <a:prstGeom prst="rect">
            <a:avLst/>
          </a:prstGeom>
          <a:solidFill>
            <a:srgbClr val="1A1D27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57200" y="1911096"/>
            <a:ext cx="45720" cy="475488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01168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19293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ui_dash.py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960120" y="213055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drawing code extracted from the PC prototype — pixel-identical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754880" y="1911096"/>
            <a:ext cx="3931920" cy="475488"/>
          </a:xfrm>
          <a:prstGeom prst="rect">
            <a:avLst/>
          </a:prstGeom>
          <a:solidFill>
            <a:srgbClr val="1A1D27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754880" y="1911096"/>
            <a:ext cx="45720" cy="47548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01168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57800" y="19293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input_gpio.py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257800" y="213055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Debounced button reader — Engine Start, Upshift, Downshift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457200" y="2496312"/>
            <a:ext cx="3931920" cy="475488"/>
          </a:xfrm>
          <a:prstGeom prst="rect">
            <a:avLst/>
          </a:prstGeom>
          <a:solidFill>
            <a:srgbClr val="1A1D27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57200" y="2496312"/>
            <a:ext cx="45720" cy="475488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596896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0120" y="25146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actuators.py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960120" y="27157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H-bridge actuator control + gear shift state machine (threaded)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4754880" y="2496312"/>
            <a:ext cx="3931920" cy="475488"/>
          </a:xfrm>
          <a:prstGeom prst="rect">
            <a:avLst/>
          </a:prstGeom>
          <a:solidFill>
            <a:srgbClr val="1A1D27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4754880" y="2496312"/>
            <a:ext cx="45720" cy="475488"/>
          </a:xfrm>
          <a:prstGeom prst="rect">
            <a:avLst/>
          </a:prstGeom>
          <a:solidFill>
            <a:srgbClr val="1D8C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2596896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257800" y="25146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display_ili9341.py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257800" y="27157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display driver — ILI9341 in landscape via MADCTL rotation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457200" y="3081528"/>
            <a:ext cx="3931920" cy="475488"/>
          </a:xfrm>
          <a:prstGeom prst="rect">
            <a:avLst/>
          </a:prstGeom>
          <a:solidFill>
            <a:srgbClr val="1A1D27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457200" y="3081528"/>
            <a:ext cx="45720" cy="475488"/>
          </a:xfrm>
          <a:prstGeom prst="rect">
            <a:avLst/>
          </a:prstGeom>
          <a:solidFill>
            <a:srgbClr val="2DCE8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3182112"/>
            <a:ext cx="274320" cy="27432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60120" y="309981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mock_hw.py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960120" y="33009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GPIO/SPI — lets everything run on PC without hardware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4754880" y="3081528"/>
            <a:ext cx="3931920" cy="475488"/>
          </a:xfrm>
          <a:prstGeom prst="rect">
            <a:avLst/>
          </a:prstGeom>
          <a:solidFill>
            <a:srgbClr val="1A1D27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2"/>
          <p:cNvSpPr/>
          <p:nvPr/>
        </p:nvSpPr>
        <p:spPr>
          <a:xfrm>
            <a:off x="4754880" y="3081528"/>
            <a:ext cx="45720" cy="475488"/>
          </a:xfrm>
          <a:prstGeom prst="rect">
            <a:avLst/>
          </a:prstGeom>
          <a:solidFill>
            <a:srgbClr val="2DCE8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3182112"/>
            <a:ext cx="274320" cy="27432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257800" y="309981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5257800" y="33009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dependencies for PC and Pi</a:t>
            </a:r>
            <a:endParaRPr lang="en-US" sz="900" dirty="0"/>
          </a:p>
        </p:txBody>
      </p:sp>
      <p:sp>
        <p:nvSpPr>
          <p:cNvPr id="45" name="Shape 35"/>
          <p:cNvSpPr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solidFill>
            <a:srgbClr val="1A2332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3904488"/>
            <a:ext cx="274320" cy="27432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1005840" y="38404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files live under src/ — the original dash_f4_style.py is preserved as-is for reference</a:t>
            </a:r>
            <a:endParaRPr lang="en-US" sz="1200" dirty="0"/>
          </a:p>
        </p:txBody>
      </p:sp>
      <p:sp>
        <p:nvSpPr>
          <p:cNvPr id="48" name="Text 37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FA3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0" cy="502920"/>
          </a:xfrm>
          <a:prstGeom prst="line">
            <a:avLst/>
          </a:prstGeom>
          <a:noFill/>
          <a:ln w="25400">
            <a:solidFill>
              <a:srgbClr val="2A2E3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71600" y="1005840"/>
            <a:ext cx="6858000" cy="82296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00200" y="10789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A8F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BLANK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is black. Waiting for visitor to press Engine Start button.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22960" y="2880360"/>
            <a:ext cx="0" cy="502920"/>
          </a:xfrm>
          <a:prstGeom prst="line">
            <a:avLst/>
          </a:prstGeom>
          <a:noFill/>
          <a:ln w="25400">
            <a:solidFill>
              <a:srgbClr val="2A2E3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371600" y="2194560"/>
            <a:ext cx="6858000" cy="82296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600200" y="22677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D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2606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 logo fades in over 800 ms, stays visible for 5 seconds total. Splash/boot screen.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371600" y="3383280"/>
            <a:ext cx="6858000" cy="82296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600200" y="34564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CE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00200" y="3794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F4-style dashboard appears: gear, speed, RPM, fuel, water temp, lap timer. Visitor can now shift.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3479" y="4347797"/>
            <a:ext cx="7952642" cy="643595"/>
          </a:xfrm>
          <a:prstGeom prst="rect">
            <a:avLst/>
          </a:prstGeom>
          <a:solidFill>
            <a:srgbClr val="1A1D27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3479" y="4347797"/>
            <a:ext cx="45719" cy="643595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079" y="4388240"/>
            <a:ext cx="7510829" cy="214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Shifting &amp; Speed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079" y="4596443"/>
            <a:ext cx="7510829" cy="321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Gears 1-4 only. Speed = 100 kph * (gear_ratio / 1st_ratio). Gives 100 / 129 / 157 / 187 kph. Lap timer counts up, resets at 1:25.500. Last lap is always 1:25.500.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FA3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Design Decisions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023360" cy="105156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023360" cy="36576"/>
          </a:xfrm>
          <a:prstGeom prst="rect">
            <a:avLst/>
          </a:prstGeom>
          <a:solidFill>
            <a:srgbClr val="2DCE8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MOCK_HARDWARE Flag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139903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 toggles between PC mock mode (default) and real Pi hardware. Same code paths run in both — only the GPIO/SPI layer swaps out.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960120"/>
            <a:ext cx="4023360" cy="105156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54880" y="960120"/>
            <a:ext cx="4023360" cy="36576"/>
          </a:xfrm>
          <a:prstGeom prst="rect">
            <a:avLst/>
          </a:prstGeom>
          <a:solidFill>
            <a:srgbClr val="1D8C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1430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Actuator Safety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303520" y="139903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drives both H-bridge pins HIGH simultaneously (prevents shoot-through). All direction changes go through STOP first. Emergency stop function kills both actuators instantly.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2194560"/>
            <a:ext cx="4023360" cy="105156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57200" y="2194560"/>
            <a:ext cx="4023360" cy="36576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3774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Threaded Gear Shifts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05840" y="263347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movements run in a background thread so the UI never freezes during a shift. A lock prevents overlapping shift commands.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54880" y="2194560"/>
            <a:ext cx="4023360" cy="105156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754880" y="2194560"/>
            <a:ext cx="4023360" cy="36576"/>
          </a:xfrm>
          <a:prstGeom prst="rect">
            <a:avLst/>
          </a:prstGeom>
          <a:solidFill>
            <a:srgbClr val="2DCE8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37744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03520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Sensor-Ready Architecture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303520" y="263347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positioning uses a PositionProvider interface. Currently time-based (no sensors). When limit switches or pots are added, swap in a new provider — zero UI changes.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57200" y="3429000"/>
            <a:ext cx="4023360" cy="105156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57200" y="3429000"/>
            <a:ext cx="4023360" cy="36576"/>
          </a:xfrm>
          <a:prstGeom prst="rect">
            <a:avLst/>
          </a:prstGeom>
          <a:solidFill>
            <a:srgbClr val="1D8C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61188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05840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Display Rotation via MADCTL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005840" y="386791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ILI9341 panel is 240x320 portrait. Instead of rotating pixels in software, we set the MADCTL register to landscape mode — the display handles rotation in hardware.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754880" y="3429000"/>
            <a:ext cx="4023360" cy="105156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4754880" y="3429000"/>
            <a:ext cx="4023360" cy="36576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61188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03520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Pixel-Identical UI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303520" y="386791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code extracted directly from dash_f4_style.py. Layout, colors, panel rendering, timing rules — all preserved exactly. No simplifications or changes.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FA3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Actuator Control — Gear Mapping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actuators act as two 'rails' — each has extend / mid / retract positions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740664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2801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94560" y="1280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Actuator 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0" y="1280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Actuator 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280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1691640"/>
            <a:ext cx="7406640" cy="502920"/>
          </a:xfrm>
          <a:prstGeom prst="rect">
            <a:avLst/>
          </a:prstGeom>
          <a:solidFill>
            <a:srgbClr val="1A1D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94560" y="1691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0" y="1691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(neutral)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1691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 kph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194560"/>
            <a:ext cx="7406640" cy="502920"/>
          </a:xfrm>
          <a:prstGeom prst="rect">
            <a:avLst/>
          </a:prstGeom>
          <a:solidFill>
            <a:srgbClr val="1517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2194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94560" y="2194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97680" y="2194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(neutral)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194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129 kph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2697480"/>
            <a:ext cx="7406640" cy="502920"/>
          </a:xfrm>
          <a:prstGeom prst="rect">
            <a:avLst/>
          </a:prstGeom>
          <a:solidFill>
            <a:srgbClr val="1A1D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97280" y="26974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3rd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94560" y="2697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(neutral)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97680" y="2697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2697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157 kph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3200400"/>
            <a:ext cx="7406640" cy="502920"/>
          </a:xfrm>
          <a:prstGeom prst="rect">
            <a:avLst/>
          </a:prstGeom>
          <a:solidFill>
            <a:srgbClr val="1517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97280" y="3200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4th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194560" y="3200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(neutral)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97680" y="3200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C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3200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187 kph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851910"/>
            <a:ext cx="8229600" cy="100584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3851910"/>
            <a:ext cx="45720" cy="1005840"/>
          </a:xfrm>
          <a:prstGeom prst="rect">
            <a:avLst/>
          </a:prstGeom>
          <a:solidFill>
            <a:srgbClr val="1D8C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89070"/>
            <a:ext cx="365760" cy="36576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188720" y="394335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Safety Rules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1188720" y="423595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drive IN1 + IN2 HIGH at the same time (prevents H-bridge shoot-through)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transitions pass through STOP before changing direction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stop placeholder built in — kills both actuators instantly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FA3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Issue: We Need an H-Bridge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55448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5720" cy="155448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05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960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We Can't Skip This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389888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3716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mismatch — Pi GPIO outputs 3.3V, actuators need 12V. GPIO pins physically cannot power them.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73736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17190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 — GPIO pins source ~16 mA max. Actuators draw hundreds of mA under load.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084832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80160" y="206654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 reversal — the FA-MU-8-12-2 actuators change direction by swapping +/- wires. That's exactly what an H-bridge does.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457200" y="2651760"/>
            <a:ext cx="3931920" cy="105156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>
            <a:off x="457200" y="2651760"/>
            <a:ext cx="3931920" cy="36576"/>
          </a:xfrm>
          <a:prstGeom prst="rect">
            <a:avLst/>
          </a:prstGeom>
          <a:solidFill>
            <a:srgbClr val="1D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/>
          <p:nvPr/>
        </p:nvSpPr>
        <p:spPr>
          <a:xfrm>
            <a:off x="640080" y="27249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Does an H-Bridge Do?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40080" y="30175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H-bridge is a circuit that lets you reverse the polarity of voltage to a motor/actuator using low-power control signals. It takes 3.3V logic inputs from the Pi and switches 12V power to the actuators in either direction.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754880" y="2651760"/>
            <a:ext cx="3931920" cy="105156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4754880" y="2651760"/>
            <a:ext cx="3931920" cy="36576"/>
          </a:xfrm>
          <a:prstGeom prst="rect">
            <a:avLst/>
          </a:prstGeom>
          <a:solidFill>
            <a:srgbClr val="2DCE8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78892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03520" y="2724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CE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4937760" y="30632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 Dual H-Bridge Module</a:t>
            </a: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~$3–6 on Amazon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2 motors, accepts 12V input, works with 3.3V Pi logic. One module covers both actuators.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1A1A10"/>
          </a:solidFill>
          <a:ln w="12700">
            <a:solidFill>
              <a:srgbClr val="4A45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7"/>
          <p:cNvSpPr/>
          <p:nvPr/>
        </p:nvSpPr>
        <p:spPr>
          <a:xfrm>
            <a:off x="457200" y="3931920"/>
            <a:ext cx="45720" cy="77724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02336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14300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Budget Gap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1143000" y="4270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wiring diagram and software both assume H-bridges, but no H-bridge module was included in the parts budget. We need to order one L298N module (~$3-6) before physical testing can begin.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FA3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Operate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20040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31920" cy="36576"/>
          </a:xfrm>
          <a:prstGeom prst="rect">
            <a:avLst/>
          </a:prstGeom>
          <a:solidFill>
            <a:srgbClr val="2DCE8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515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0241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CE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PC Mock Mode (now)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DC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DC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src.main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Controls:</a:t>
            </a: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</a:t>
            </a: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Engine Start</a:t>
            </a: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/ W</a:t>
            </a: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Upshift</a:t>
            </a: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/ S</a:t>
            </a: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Downshift</a:t>
            </a: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</a:t>
            </a: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Quit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0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commands logged to console.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914400"/>
            <a:ext cx="3931920" cy="320040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54880" y="914400"/>
            <a:ext cx="3931920" cy="36576"/>
          </a:xfrm>
          <a:prstGeom prst="rect">
            <a:avLst/>
          </a:prstGeom>
          <a:solidFill>
            <a:srgbClr val="1D8C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0515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0241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Raspberry Pi Mode (future)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37760" y="146304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D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pygame RPi.GPIO spidev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D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MOCK_HARDWARE=0 python -m src.main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controls:</a:t>
            </a: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Start</a:t>
            </a: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GPIO5 button</a:t>
            </a: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Upshift paddle</a:t>
            </a: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GPIO6 button</a:t>
            </a: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Downshift paddle</a:t>
            </a: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GPIO13 button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0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wired LCD, buttons, H-bridge,</a:t>
            </a:r>
            <a:endParaRPr lang="en-US" sz="1200" dirty="0"/>
          </a:p>
          <a:p>
            <a:pPr marL="0" indent="0">
              <a:buNone/>
            </a:pPr>
            <a:r>
              <a:rPr lang="en-US" sz="10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actuators.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1A1A10"/>
          </a:solidFill>
          <a:ln w="12700">
            <a:solidFill>
              <a:srgbClr val="4A45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32511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4251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physically tested on hardware — mock mode has been verified on PC. Pi deployment pending H-bridge order + physical wiring.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FA3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5720" cy="77724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457200" cy="457200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F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16128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10515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Order L298N H-Bridge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828800" y="13716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~$3-6 on Amazon. One dual module covers both actuators.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1920240"/>
            <a:ext cx="45720" cy="777240"/>
          </a:xfrm>
          <a:prstGeom prst="rect">
            <a:avLst/>
          </a:prstGeom>
          <a:solidFill>
            <a:srgbClr val="1D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85800" y="2084832"/>
            <a:ext cx="457200" cy="457200"/>
          </a:xfrm>
          <a:prstGeom prst="ellipse">
            <a:avLst/>
          </a:prstGeom>
          <a:solidFill>
            <a:srgbClr val="1D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8580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F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2121408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28800" y="20116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Wire Physical Setup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828800" y="23317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LCD, buttons, H-bridge, and actuators to Pi per wiring diagram.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7200" y="2880360"/>
            <a:ext cx="8229600" cy="77724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57200" y="2880360"/>
            <a:ext cx="45720" cy="777240"/>
          </a:xfrm>
          <a:prstGeom prst="rect">
            <a:avLst/>
          </a:prstGeom>
          <a:solidFill>
            <a:srgbClr val="2DCE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85800" y="3044952"/>
            <a:ext cx="457200" cy="457200"/>
          </a:xfrm>
          <a:prstGeom prst="ellipse">
            <a:avLst/>
          </a:prstGeom>
          <a:solidFill>
            <a:srgbClr val="2DCE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858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F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" y="3081528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828800" y="29718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 &amp; Test on Pi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1828800" y="32918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MOCK_HARDWARE=0 python -m src.main with real hardware connected.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457200" y="3840480"/>
            <a:ext cx="45720" cy="77724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685800" y="4005072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68580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F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5880" y="4041648"/>
            <a:ext cx="320040" cy="32004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828800" y="39319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Tune Actuator Timing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1828800" y="42519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ACTUATOR_FULL_TRAVEL_MS and MID_TRAVEL_MS in config.py to match real stroke times.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FA3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1012</Words>
  <Application>Microsoft Office PowerPoint</Application>
  <PresentationFormat>On-screen Show (16:9)</PresentationFormat>
  <Paragraphs>148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IMS Gearbox Software — Pi Build Update</dc:title>
  <dc:subject>PptxGenJS Presentation</dc:subject>
  <dc:creator>EPICS Gearbox Team</dc:creator>
  <cp:lastModifiedBy>Varun The Goat</cp:lastModifiedBy>
  <cp:revision>1</cp:revision>
  <dcterms:created xsi:type="dcterms:W3CDTF">2026-04-06T07:20:11Z</dcterms:created>
  <dcterms:modified xsi:type="dcterms:W3CDTF">2026-04-06T07:41:54Z</dcterms:modified>
</cp:coreProperties>
</file>